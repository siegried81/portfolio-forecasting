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16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  <Relationship Id="rId16" Type="http://schemas.openxmlformats.org/officeDocument/2006/relationships/slide" Target="slides/slide10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4114800" cy="4114800"/>
          </a:xfrm>
          <a:prstGeom prst="ellipse">
            <a:avLst/>
          </a:prstGeom>
          <a:solidFill>
            <a:srgbClr val="263077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754880"/>
            <a:ext cx="3200400" cy="3200400"/>
          </a:xfrm>
          <a:prstGeom prst="ellipse">
            <a:avLst/>
          </a:prstGeom>
          <a:solidFill>
            <a:srgbClr val="263077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PORTFOLIO FORECASTING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OPTIMIZATION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03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Mean-variance optimization, forecast-driven allocation, and an AI analyst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Siegried Camus  ·  BeCode — AI &amp; Data Science, GenAI Developer track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second-round-interview case study: build, in 5 days, an app an interviewer could actually use.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33172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Mean-variance optimal weights + efficient frontier from historical data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0080" y="3246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5661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future prices, then re-optimize on the forecast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4805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" y="4480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434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80060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vs Forecast-based vs the true Realized-optimal (hindsight)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Brief: "Portfolio Forecasting and Optimization" — BeCode consolidation challenge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it's built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yfinance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Twelve Data fallback, FRED macro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61188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331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PyPortfolioOpt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342900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Ledoit-Wolf shrinkage or PCA factor model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09360" y="173736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49224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331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statsmodels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42900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/ ETS / Theta / ARIMA / ML regression / LSTM, GARCH(1,1) volatility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89720" y="173736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37260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372600" y="2331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Groq + Ollama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372600" y="342900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chatbot, LLM commentary, local fallback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over Riskfolio-Lib / Kats — see README's decisions table for the trade-offs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Render (Docker) + Streamlit Community Cloud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657600"/>
            <a:ext cx="7315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Macro &amp; risk snapshot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Efficient frontier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Historical vs Forecast vs Realized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Walk-forward validation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Ask the AI analyst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optimal portfolio,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Mega-cap universe, 5-year daily history, max-Sharpe allocation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55.8%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546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291840" y="21488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31546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volatility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035040" y="21488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31546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Sharpe ratio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778240" y="21488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3.37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315468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 ratio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weights lean into AI-related growth (NVDA, AVGO, PANW, MSFT) at the 25% cap, offset by short positions in ADBE and QCOM under the short-selling toggle.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 tab — numbers from a live run, not fixed examples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forecasting actually help?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validation across 6 expanding windows — not just one lucky (or unlucky) split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0332720" cy="1645920"/>
        </p:xfrm>
        <a:graphic>
          <a:graphicData uri="http://schemas.openxmlformats.org/drawingml/2006/table">
            <a:tbl>
              <a:tblPr/>
              <a:tblGrid>
                <a:gridCol w="2583180"/>
                <a:gridCol w="2583180"/>
                <a:gridCol w="2583180"/>
                <a:gridCol w="25831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 (mean)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 (std)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Ann. return (mean)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Historical-based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-24.4%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Forecast-based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Realized-optimal (hindsight)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2844.7%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490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Forecast-based beat Historical-based on Sharpe in 83% of the 6 windows tested — a real, if modest, edge. Realized-optimal is hindsight-perfect and only a benchmark, never achievable live.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4709160"/>
            <a:ext cx="10332720" cy="777240"/>
          </a:xfrm>
          <a:prstGeom prst="roundRect">
            <a:avLst>
              <a:gd name="adj" fmla="val 11765"/>
            </a:avLst>
          </a:prstGeom>
          <a:solidFill>
            <a:srgbClr val="FBEEEC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48463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short-horizon price forecasting sits close to a random walk (efficient-market hypothesis). Hurst exponents computed per-asset confirm it — most sit within 0.05 of 0.5.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validation tab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brief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047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90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9903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Walk-forward validation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0992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Multi-window, not a single lucky split — a distribution, not one number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97880" y="149047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897880" y="1490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39903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GARCH-forecasted volatility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70992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Covariance genuinely forecasted too, not just expected return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58775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48640" y="2587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49631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PCA factor-model covariance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80720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Tractable alternative once the universe gets wide (40+ tickers)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97880" y="258775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897880" y="2587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49631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&amp; credit panel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80720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FRED: yield curve, VIX, Sahm Rule, credit spread, GDP, industrial production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68503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3685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59359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chatbot over news/filings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90448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retrieval, grounded Q&amp;A, opt-in Redis persistence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897880" y="368503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897880" y="3685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359359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Resilient LLM layer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90448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multi-key rotation, local Ollama fallback, never a hard failure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tests passing · mypy --strict clean and blocking in CI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this with an AI assistant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"I prompted an AI" — a harness around it: spec, context, and a feedback loop that catches what it gets wrong.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57984"/>
            <a:ext cx="54864" cy="502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 CIK bug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10312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C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"Apple" text search also matched Apple Hospitality REIT — fixed by resolving the real CIK first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999232"/>
            <a:ext cx="54864" cy="502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294436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 sqlite cache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944368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C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yfinance's cache failed on a Windows-mounted drive — redirected to the OS temp dir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4864" cy="502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77240" y="3785616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statsmodels FutureWarning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78561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C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trading-day index confused the fit — switched to a positional index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681728"/>
            <a:ext cx="54864" cy="502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77240" y="4626864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Finnhub plan restriction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626864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C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403 on every ticker — added a circuit breaker instead of retrying forever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9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log in HARNESS.md — 11 real incidents, each with a regression test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371600"/>
            <a:ext cx="3657600" cy="3657600"/>
          </a:xfrm>
          <a:prstGeom prst="ellipse">
            <a:avLst/>
          </a:prstGeom>
          <a:solidFill>
            <a:srgbClr val="263077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25603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Forecasting &amp; Optimization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github.com/Siegried81/portfolio_forecasting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layer &amp; fail-soft by design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047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90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9903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3-tier sentiment cascade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0992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(financial-domain BERT) → Finnhub aggregated → VADER, always a real answer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97880" y="149047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897880" y="1490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39903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RAG chatbot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70992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retrieval over 6 news sources + real citations via Semantic Scholar/arXiv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58775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48640" y="2587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49631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5-tier market-data fallback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80720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→ Yahoo direct → Tiingo → Twelve Data → Alpha Vantage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97880" y="258775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897880" y="2587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49631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5-tier LLM fallback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80720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→ OpenRouter → Cerebras → SambaNova → local Ollama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68503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3685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59359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forecast models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90448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Naive, ETS, Theta, ARIMA, ML regression, LSTM — same shape, swappable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897880" y="3685032"/>
            <a:ext cx="384048" cy="384048"/>
          </a:xfrm>
          <a:prstGeom prst="ellipse">
            <a:avLst/>
          </a:prstGeom>
          <a:solidFill>
            <a:srgbClr val="E7EEFB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897880" y="3685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359359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Fundamentals &amp; factor exposure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904488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Fama-French 3/5-factor loadings, P/E, beta, dividend yield per ticker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call fails soft — no single API key or provider outage ever crashes the 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2026-09-08T05:58:12Z</dcterms:created>
  <dcterms:modified xsi:type="dcterms:W3CDTF">2026-09-08T05:58:12Z</dcterms:modified>
</cp:coreProperties>
</file>