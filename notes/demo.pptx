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077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26307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FORECASTING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OPTIMIZATION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optimization, forecast-driven allocation, and an AI analyst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Siegried Camus  ·  BeCode — AI &amp; Data Science, GenAI Developer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second-round-interview case study: build, in 5 days, an app an interviewer could actually use.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317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optimal weights + efficient frontier from historical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prices, then re-optimize on the forecast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8006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vs Forecast-based vs the true Realized-optimal (hindsight)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"Portfolio Forecasting and Optimization" — BeCode consolidation challenge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Twelve Data fallback, FRED macro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6118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PyPortfolioOpt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 or PCA factor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9224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statsmodels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/ ETS / ARIMA, GARCH(1,1) volatility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89720" y="17373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3726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+ Ollama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chatbot, LLM commentary, local fallback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Riskfolio-Lib / Kats — see README's decisions table for the trade-offs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(Docker) + Streamlit Community Cloud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65760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Macro &amp; risk snapshot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Efficient frontier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Historical vs Forecast vs Realized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Walk-forward validation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Ask the AI analyst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optimal portfolio,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Mega-cap universe, 5-year daily history, max-Sharpe allocation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return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9184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volatility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03504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Sharpe ratio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7824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ratio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weights lean into AI-related growth (NVDA, AVGO) balanced by defensive staples (WMT, XOM, JPM) — with short positions elsewhere under the short-selling toggle.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tab — numbers from a live run, not fixed examples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forecasting actually help?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across 6 expanding windows — not just one lucky (or unlucky) split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332720" cy="164592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(mean)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(std)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 (mean)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Historical-based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Forecast-based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Realized-optimal (hindsight)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Forecast-based beat Historical-based on Sharpe in 4 of 6 windows (67%) — a real, if modest, edge. Realized-optimal is hindsight-perfect and only a benchmark, never achievable live.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FBEEEC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4846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short-horizon price forecasting sits close to a random walk (efficient-market hypothesis). Hurst exponents computed per-asset confirm it — most sit within 0.05 of 0.5.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tab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brief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990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validation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Multi-window, not a single lucky split — a distribution, not one number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149047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897880" y="1490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3990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GARCH-forecasted volatility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70992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genuinely forecasted too, not just expected return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963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factor-model covariance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0720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 alternative once the universe gets wide (40+ tickers)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58775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89788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9631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&amp; credit panel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80720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FRED: yield curve, VIX, Sahm Rule, credit spread, GDP, industrial production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935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chatbot over news/filings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0448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retrieval, grounded Q&amp;A, opt-in Redis persistence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685032"/>
            <a:ext cx="384048" cy="384048"/>
          </a:xfrm>
          <a:prstGeom prst="ellipse">
            <a:avLst/>
          </a:prstGeom>
          <a:solidFill>
            <a:srgbClr val="E7EEFB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89788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5935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LLM layer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90448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multi-key rotation, local Ollama fallback, never a hard failure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tests passing · mypy --strict clean and blocking in CI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this with an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"I prompted an AI" — a harness around it: spec, context, and a feedback loop that catches what it gets wrong.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57984"/>
            <a:ext cx="54864" cy="502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CIK bug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03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"Apple" text search also matched Apple Hospitality REIT — fixed by resolving the real CIK first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54864" cy="502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9443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sqlite cache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94436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yfinance's cache failed on a Windows-mounted drive — redirected to the OS temp dir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" cy="502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37856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FutureWarning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7856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trading-day index confused the fit — switched to a positional index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81728"/>
            <a:ext cx="54864" cy="502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46268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plan restriction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62686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403 on every ticker — added a circuit breaker instead of retrying forever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in HARNESS.md — 11 real incidents, each with a regression test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263077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Forecasting &amp; Optimization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github.com/Siegried81/portfolio_forecasting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2026-09-08T05:58:12Z</dcterms:created>
  <dcterms:modified xsi:type="dcterms:W3CDTF">2026-09-08T05:58:12Z</dcterms:modified>
</cp:coreProperties>
</file>